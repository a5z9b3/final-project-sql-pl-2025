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1380"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Hospital Equipment Maintenance Monitoring System (HEMMS)</a:t>
            </a:r>
          </a:p>
        </p:txBody>
      </p:sp>
      <p:sp>
        <p:nvSpPr>
          <p:cNvPr id="3" name="Content Placeholder 2"/>
          <p:cNvSpPr>
            <a:spLocks noGrp="1"/>
          </p:cNvSpPr>
          <p:nvPr>
            <p:ph idx="1"/>
          </p:nvPr>
        </p:nvSpPr>
        <p:spPr/>
        <p:txBody>
          <a:bodyPr/>
          <a:lstStyle/>
          <a:p>
            <a:r>
              <a:t>Student: Philimin</a:t>
            </a:r>
          </a:p>
          <a:p>
            <a:r>
              <a:t>ID: 27487</a:t>
            </a:r>
          </a:p>
          <a:p>
            <a:r>
              <a:t>Course: Database Development with PL/SQL</a:t>
            </a:r>
          </a:p>
          <a:p>
            <a:r>
              <a:t>Lecturer: Eric Maniraguha</a:t>
            </a:r>
          </a:p>
          <a:p>
            <a:r>
              <a:t>Academic Year: 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Definition (Detailed)</a:t>
            </a:r>
          </a:p>
        </p:txBody>
      </p:sp>
      <p:sp>
        <p:nvSpPr>
          <p:cNvPr id="3" name="Content Placeholder 2"/>
          <p:cNvSpPr>
            <a:spLocks noGrp="1"/>
          </p:cNvSpPr>
          <p:nvPr>
            <p:ph idx="1"/>
          </p:nvPr>
        </p:nvSpPr>
        <p:spPr/>
        <p:txBody>
          <a:bodyPr/>
          <a:lstStyle/>
          <a:p>
            <a:r>
              <a:t>Hospitals rely on critical medical equipment such as X-Ray, MRI, Ultrasound, Ventilators, and Infusion Pumps. These devices frequently fail unexpectedly due to the lack of a centralized monitoring system. There is no preventive maintenance planning, no alerts for warranty or calibration periods, and this increases costs and risks patient safety. HEMMS aims to solve these challenges by providing real-time monitoring and structured maintenance tracking.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Context (Where the System Will Be Used)</a:t>
            </a:r>
          </a:p>
        </p:txBody>
      </p:sp>
      <p:sp>
        <p:nvSpPr>
          <p:cNvPr id="3" name="Content Placeholder 2"/>
          <p:cNvSpPr>
            <a:spLocks noGrp="1"/>
          </p:cNvSpPr>
          <p:nvPr>
            <p:ph idx="1"/>
          </p:nvPr>
        </p:nvSpPr>
        <p:spPr/>
        <p:txBody>
          <a:bodyPr/>
          <a:lstStyle/>
          <a:p>
            <a:r>
              <a:t>HEMMS will be deployed in hospitals, clinics, diagnostic centers, and specialized medical units such as ICU, NICU, and Radiology. It will support Biomedical Engineering Departments, Technicians, Administration, and Medical Staff. The system improves communication between departments handling medical equipment.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Target Users</a:t>
            </a:r>
          </a:p>
        </p:txBody>
      </p:sp>
      <p:sp>
        <p:nvSpPr>
          <p:cNvPr id="3" name="Content Placeholder 2"/>
          <p:cNvSpPr>
            <a:spLocks noGrp="1"/>
          </p:cNvSpPr>
          <p:nvPr>
            <p:ph idx="1"/>
          </p:nvPr>
        </p:nvSpPr>
        <p:spPr/>
        <p:txBody>
          <a:bodyPr/>
          <a:lstStyle/>
          <a:p>
            <a:r>
              <a:t>1. Biomedical Engineers: They need access to maintenance history, equipment conditions, and performance.</a:t>
            </a:r>
          </a:p>
          <a:p>
            <a:r>
              <a:t>2. Technicians: Responsible for repairs, calibration, and inspections.</a:t>
            </a:r>
          </a:p>
          <a:p>
            <a:r>
              <a:t>3. Hospital Administrators: Use BI dashboards for budgeting and decision-making.</a:t>
            </a:r>
          </a:p>
          <a:p>
            <a:r>
              <a:t>4. Doctors &amp; Nurses: Report faulty equipment affecting patient services.</a:t>
            </a:r>
          </a:p>
          <a:p>
            <a:r>
              <a:t>5. IT/Database Staff: Manage system access, security, backups, and data integrity.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Goals</a:t>
            </a:r>
          </a:p>
        </p:txBody>
      </p:sp>
      <p:sp>
        <p:nvSpPr>
          <p:cNvPr id="3" name="Content Placeholder 2"/>
          <p:cNvSpPr>
            <a:spLocks noGrp="1"/>
          </p:cNvSpPr>
          <p:nvPr>
            <p:ph idx="1"/>
          </p:nvPr>
        </p:nvSpPr>
        <p:spPr/>
        <p:txBody>
          <a:bodyPr/>
          <a:lstStyle/>
          <a:p>
            <a:r>
              <a:t>• Provide real-time monitoring of all hospital equipment.</a:t>
            </a:r>
          </a:p>
          <a:p>
            <a:r>
              <a:t>• Reduce unexpected equipment failures through preventive maintenance.</a:t>
            </a:r>
          </a:p>
          <a:p>
            <a:r>
              <a:t>• Provide automated alerts—warranty expiry, maintenance due dates, and calibration.</a:t>
            </a:r>
          </a:p>
          <a:p>
            <a:r>
              <a:t>• Improve hospital budgeting and cost planning.</a:t>
            </a:r>
          </a:p>
          <a:p>
            <a:r>
              <a:t>• Enable data-driven decision-making through analytics and BI dashboards.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 Potential (Detailed)</a:t>
            </a:r>
          </a:p>
        </p:txBody>
      </p:sp>
      <p:sp>
        <p:nvSpPr>
          <p:cNvPr id="3" name="Content Placeholder 2"/>
          <p:cNvSpPr>
            <a:spLocks noGrp="1"/>
          </p:cNvSpPr>
          <p:nvPr>
            <p:ph idx="1"/>
          </p:nvPr>
        </p:nvSpPr>
        <p:spPr/>
        <p:txBody>
          <a:bodyPr/>
          <a:lstStyle/>
          <a:p>
            <a:r>
              <a:t>HEMMS will generate analytical insights including:</a:t>
            </a:r>
          </a:p>
          <a:p>
            <a:r>
              <a:t>- Equipment failure trends</a:t>
            </a:r>
          </a:p>
          <a:p>
            <a:r>
              <a:t>- Maintenance cost analysis</a:t>
            </a:r>
          </a:p>
          <a:p>
            <a:r>
              <a:t>- Engineer performance reporting</a:t>
            </a:r>
          </a:p>
          <a:p>
            <a:r>
              <a:t>- Predictive maintenance forecasting</a:t>
            </a:r>
          </a:p>
          <a:p>
            <a:r>
              <a:t>- KPI dashboards such as Uptime %, MTBF, Cost Trends</a:t>
            </a:r>
          </a:p>
          <a:p>
            <a:r>
              <a:t>These insights support operational efficiency and financial planning.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Phase One</a:t>
            </a:r>
          </a:p>
        </p:txBody>
      </p:sp>
      <p:sp>
        <p:nvSpPr>
          <p:cNvPr id="3" name="Content Placeholder 2"/>
          <p:cNvSpPr>
            <a:spLocks noGrp="1"/>
          </p:cNvSpPr>
          <p:nvPr>
            <p:ph idx="1"/>
          </p:nvPr>
        </p:nvSpPr>
        <p:spPr/>
        <p:txBody>
          <a:bodyPr/>
          <a:lstStyle/>
          <a:p>
            <a:r>
              <a:t>Phase One has identified the problem, context, intended users, project goals, and BI potential of HEMMS. This establishes the foundation for designing a robust Oracle-based PL/SQL system capable of improving hospital equipment maintenance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385</Words>
  <Application>Microsoft Office PowerPoint</Application>
  <PresentationFormat>On-screen Show (4:3)</PresentationFormat>
  <Paragraphs>32</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Hospital Equipment Maintenance Monitoring System (HEMMS)</vt:lpstr>
      <vt:lpstr>Problem Definition (Detailed)</vt:lpstr>
      <vt:lpstr>Context (Where the System Will Be Used)</vt:lpstr>
      <vt:lpstr>Target Users</vt:lpstr>
      <vt:lpstr>Project Goals</vt:lpstr>
      <vt:lpstr>BI Potential (Detailed)</vt:lpstr>
      <vt:lpstr>Summary of Phase One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Equipment Maintenance Monitoring System (HEMMS)</dc:title>
  <dc:subject/>
  <dc:creator>Philimin</dc:creator>
  <cp:keywords/>
  <dc:description>generated using python-pptx</dc:description>
  <cp:lastModifiedBy>GOLDEN K TECHNOLOGY</cp:lastModifiedBy>
  <cp:revision>2</cp:revision>
  <dcterms:created xsi:type="dcterms:W3CDTF">2013-01-27T09:14:16Z</dcterms:created>
  <dcterms:modified xsi:type="dcterms:W3CDTF">2025-11-17T07:30:24Z</dcterms:modified>
  <cp:category/>
</cp:coreProperties>
</file>